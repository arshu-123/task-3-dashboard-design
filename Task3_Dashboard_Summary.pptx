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66" autoAdjust="0"/>
    <p:restoredTop sz="94660"/>
  </p:normalViewPr>
  <p:slideViewPr>
    <p:cSldViewPr snapToGrid="0">
      <p:cViewPr>
        <p:scale>
          <a:sx n="33" d="100"/>
          <a:sy n="33" d="100"/>
        </p:scale>
        <p:origin x="43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0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4CB72B-C8E8-4EFA-AC10-5241B9CE751A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50A8EF-B954-4C43-A9FE-EA48CA2DE8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452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0A8EF-B954-4C43-A9FE-EA48CA2DE87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606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9549C-CB5E-2D40-3852-27738CD46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E65670-9B1F-BE7F-C42F-3F9FDED36F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C34AB-D5BC-C479-463A-34C614C96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1BA8-6AF4-46C1-B1FF-4F9D85C63D2D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A5924-C9C1-BFE3-9E9D-FEDB9455B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A46C8-85BB-5EC0-8848-05D888B3A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F908-6F84-4BD9-8E64-7A09C863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919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5CA9D-EE22-8D58-0013-544AD5AC7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D51E1-2690-64AA-4C80-505C3A817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F9F9E-A9F3-BDE9-59D1-4648C494D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1BA8-6AF4-46C1-B1FF-4F9D85C63D2D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7A71A-D529-6AAC-8D73-D97181B11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3FE35-E913-00A3-1AF6-622EC69A9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F908-6F84-4BD9-8E64-7A09C863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585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23AD7-C9B4-F46C-7B40-989FB5753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AB687-DD6A-66F8-0FD0-9BF291B61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7D21D-CDE4-70BD-E006-DC8B9C01C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1BA8-6AF4-46C1-B1FF-4F9D85C63D2D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9185B-7DFC-7ADB-89B4-86CE90E3E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9C6D4-B659-F4C6-E6D1-3D84D3BF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F908-6F84-4BD9-8E64-7A09C863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85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8914-70AE-1FC7-1C7D-35869D9C8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FD587-B051-4957-C1E8-749EC88E32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FC60F-CB6A-13AD-FAF6-CE82F3469B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71C0A-2965-4285-AB70-4A41273A5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1BA8-6AF4-46C1-B1FF-4F9D85C63D2D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29AB7-EEA1-85D8-76DF-615463C11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CE8B6-6E9E-5534-1505-E2FC5B6B9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F908-6F84-4BD9-8E64-7A09C863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150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C96A0-A1AA-00DF-81DF-85B891989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B2D1B-6D5C-6221-5C88-44831A8D5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04FC7-A2B7-EEC5-72E0-FF0D0E5B5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20667D-43E3-807F-E88C-CFC50D5656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F20324-583F-3162-E0F8-E774CAAD39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601935-F21F-2980-7963-1837140DD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1BA8-6AF4-46C1-B1FF-4F9D85C63D2D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447964-F80B-F5CD-860D-7075AC8B2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B5A199-40D6-9681-D0FB-B1E25B26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F908-6F84-4BD9-8E64-7A09C863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500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55B83-6200-F170-DB6E-719687939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59D69-F8FC-CB71-65B6-54685B989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1BA8-6AF4-46C1-B1FF-4F9D85C63D2D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D6335A-43CD-13CD-DD4C-C2EFDC589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D94827-E6A7-8D24-F990-E9E260963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F908-6F84-4BD9-8E64-7A09C863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6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CE3190-BCAA-7BEA-7188-16818E186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1BA8-6AF4-46C1-B1FF-4F9D85C63D2D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91F2C3-9DC5-2A3C-3571-AD57D6D96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AE466-C0B3-E7F4-CC75-EB20498C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F908-6F84-4BD9-8E64-7A09C863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251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D69C-750F-8AE9-A772-28A10DC3A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49E29-A33A-C0FE-8045-FE179A10F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409E7-434C-5D55-6643-77BAF900B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7BBD9-74C0-0489-5444-859280CF9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1BA8-6AF4-46C1-B1FF-4F9D85C63D2D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45105-E41F-818F-D67C-DC9C44532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894CF-04DB-47AB-D856-9B24D995B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F908-6F84-4BD9-8E64-7A09C863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592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92498-0B54-9685-9112-30E0C9EC0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CB5072-7BDE-0F22-4410-334D3D12E5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0162F-6F14-83C0-DF1C-66A2A4259E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74976-64DB-469C-9B30-B450A0787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1BA8-6AF4-46C1-B1FF-4F9D85C63D2D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B67D36-4B55-4623-6651-045152810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D6E47-96B3-3542-2F17-71F581395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F908-6F84-4BD9-8E64-7A09C863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273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73066-DD78-8A3B-D528-A2536E65E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774A88-F0D3-8F1A-5817-93A591B0A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DAE49-04C7-ACF2-60FB-C1DA37548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1BA8-6AF4-46C1-B1FF-4F9D85C63D2D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1C167-FFAE-A99C-913A-FD24B3FBA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806EF-9F46-0262-7549-68330622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F908-6F84-4BD9-8E64-7A09C863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760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1F555A-E2EB-ECC1-4616-C86C844A35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BDF7B9-7788-733E-B209-DCD8A3378E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85E24-4A51-5931-E238-47F3EFDEE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1BA8-6AF4-46C1-B1FF-4F9D85C63D2D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D3E48-1170-0AC5-5ABE-4E68F7864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46533-6F6F-7FDA-4742-F61B736B2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F908-6F84-4BD9-8E64-7A09C863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703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351514-D662-137D-2262-1699A1FA6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5D8E4-48D7-07D3-EFDF-F8199A186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159A0-1CBA-F9BF-0409-4F9D56496F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3E1BA8-6AF4-46C1-B1FF-4F9D85C63D2D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D2A22-CCFD-3FE0-FB7B-5AFC9F1316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1E96C-1D20-5BFF-6953-FCC1CC0CA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39F908-6F84-4BD9-8E64-7A09C863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135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120D0-631C-FA62-A196-71AED5609A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507556"/>
            <a:ext cx="9144000" cy="2387600"/>
          </a:xfrm>
        </p:spPr>
        <p:txBody>
          <a:bodyPr>
            <a:normAutofit/>
          </a:bodyPr>
          <a:lstStyle/>
          <a:p>
            <a:r>
              <a:rPr lang="en-IN" sz="5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XLABS - INTERNSHIP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E802D9-4A6A-D9DA-C992-98ADEBDA1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8026" y="2428279"/>
            <a:ext cx="9144000" cy="3255962"/>
          </a:xfrm>
        </p:spPr>
        <p:txBody>
          <a:bodyPr>
            <a:noAutofit/>
          </a:bodyPr>
          <a:lstStyle/>
          <a:p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3 - Dashboard Design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almart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erformance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nalysis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ashboard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Arshu Sheerin H M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681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574F3-4BA2-9114-7ADF-C491B612B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578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8999AC-4A52-6CC1-CF6E-A2A4D261D0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028" y="1825625"/>
            <a:ext cx="776794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975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2B401-866D-DE70-A7A0-77E364131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10AA-B48F-0795-EF21-1A2189194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Total Sales reached 320.89K.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Naypyitaw generated the highest sales among all cities.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Food &amp; Beverages and Fashion Accessories were strong performing categories.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Evening sales recorded higher performance than morning sales.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Member customers generated slightly higher gross income than normal customers.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Monthly sales trends indicate strong business performance across the analyzed period.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700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D4E5-2045-EE0B-D860-C14ABECAD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Demonstrated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07645-8BAF-AA3D-6E13-59C3567C0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6128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KPI Reporting      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Storytelling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Visualization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Interactive Filtering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Business Intelligence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Stakeholder Reporting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Sales Performance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Power BI Dashboard Design        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609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120</Words>
  <Application>Microsoft Office PowerPoint</Application>
  <PresentationFormat>Widescreen</PresentationFormat>
  <Paragraphs>31</Paragraphs>
  <Slides>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DATA XLABS - INTERNSHIP</vt:lpstr>
      <vt:lpstr>Dashboard Overview</vt:lpstr>
      <vt:lpstr>Key Business Insights</vt:lpstr>
      <vt:lpstr>Skills Demonstrated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XLABS - INTERNSHIP</dc:title>
  <dc:creator>Arshu Sheerin</dc:creator>
  <cp:lastModifiedBy>arshusheerin@gmail.com</cp:lastModifiedBy>
  <cp:revision>2</cp:revision>
  <dcterms:created xsi:type="dcterms:W3CDTF">2026-06-01T12:26:03Z</dcterms:created>
  <dcterms:modified xsi:type="dcterms:W3CDTF">2026-06-01T12:54:08Z</dcterms:modified>
</cp:coreProperties>
</file>